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nton"/>
      <p:regular r:id="rId17"/>
    </p:embeddedFont>
    <p:embeddedFont>
      <p:font typeface="Anton"/>
      <p:regular r:id="rId18"/>
    </p:embeddedFont>
    <p:embeddedFont>
      <p:font typeface="Fira Sans"/>
      <p:regular r:id="rId19"/>
    </p:embeddedFont>
    <p:embeddedFont>
      <p:font typeface="Fira Sans"/>
      <p:regular r:id="rId20"/>
    </p:embeddedFont>
    <p:embeddedFont>
      <p:font typeface="Fira Sans"/>
      <p:regular r:id="rId21"/>
    </p:embeddedFont>
    <p:embeddedFont>
      <p:font typeface="Fira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Master Algorithm: Binary Search in Python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Understanding Efficiency in Search Problems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Search Problem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0488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Scenario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629978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Imagine searching for a word in a 1000-page physical dictionary. Would you start at page 1 and flip one by one?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945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8943" y="5526643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Finding a specific element in a large collection of data efficiently.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165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Linear vs Binary Search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34057"/>
            <a:ext cx="6407944" cy="2304931"/>
          </a:xfrm>
          <a:prstGeom prst="roundRect">
            <a:avLst>
              <a:gd name="adj" fmla="val 1476"/>
            </a:avLst>
          </a:prstGeom>
          <a:solidFill>
            <a:srgbClr val="3E3E3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1608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Linear Search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651290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Checks every element sequentially from start to end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0604" y="415028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Time Complexity: O(n)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0604" y="4649272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Slow for large datasets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934057"/>
            <a:ext cx="6408063" cy="2304931"/>
          </a:xfrm>
          <a:prstGeom prst="roundRect">
            <a:avLst>
              <a:gd name="adj" fmla="val 1476"/>
            </a:avLst>
          </a:prstGeom>
          <a:solidFill>
            <a:srgbClr val="3E3E3E"/>
          </a:solidFill>
          <a:ln/>
        </p:spPr>
      </p:sp>
      <p:sp>
        <p:nvSpPr>
          <p:cNvPr id="9" name="Text 7"/>
          <p:cNvSpPr/>
          <p:nvPr/>
        </p:nvSpPr>
        <p:spPr>
          <a:xfrm>
            <a:off x="7655362" y="31608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Binary Search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55362" y="3651290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Divides search space in half repeatedly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655362" y="4150281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Time Complexity: O(log n)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55362" y="4649272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Blazing fast for large datasets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494139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490315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830610"/>
            <a:ext cx="283488" cy="2268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0906" y="5777627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Key Requirement: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The list must be sorted for Binary Search to work.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5331"/>
            <a:ext cx="57850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How Binary Search Works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544836"/>
            <a:ext cx="35491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"Divide and Conquer" Logic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79489"/>
            <a:ext cx="6407944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34867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Find the Middle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97716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Calculate the middle index of the current search space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548" y="2239328"/>
            <a:ext cx="6408063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55362" y="31465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Compare Target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655362" y="3637002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If target equals middle element, you've found it!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133856"/>
            <a:ext cx="6407944" cy="1143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0604" y="60411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Discard Half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20604" y="6531531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If target &lt; middle, discard right half. If target &gt; middle, discard left half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4793694"/>
            <a:ext cx="6408063" cy="1143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655362" y="5700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Repeat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655362" y="6191369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Continue the process until target is found or search space is empty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040" y="756642"/>
            <a:ext cx="5007531" cy="625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Python Implementation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01040" y="1846778"/>
            <a:ext cx="8427363" cy="5427226"/>
          </a:xfrm>
          <a:prstGeom prst="roundRect">
            <a:avLst>
              <a:gd name="adj" fmla="val 554"/>
            </a:avLst>
          </a:prstGeom>
          <a:solidFill>
            <a:srgbClr val="2C2C2C"/>
          </a:solidFill>
          <a:ln/>
        </p:spPr>
      </p:sp>
      <p:sp>
        <p:nvSpPr>
          <p:cNvPr id="4" name="Shape 2"/>
          <p:cNvSpPr/>
          <p:nvPr/>
        </p:nvSpPr>
        <p:spPr>
          <a:xfrm>
            <a:off x="691039" y="1846778"/>
            <a:ext cx="8447365" cy="5427226"/>
          </a:xfrm>
          <a:prstGeom prst="roundRect">
            <a:avLst>
              <a:gd name="adj" fmla="val 554"/>
            </a:avLst>
          </a:prstGeom>
          <a:solidFill>
            <a:srgbClr val="2C2C2C"/>
          </a:solidFill>
          <a:ln/>
        </p:spPr>
      </p:sp>
      <p:sp>
        <p:nvSpPr>
          <p:cNvPr id="5" name="Text 3"/>
          <p:cNvSpPr/>
          <p:nvPr/>
        </p:nvSpPr>
        <p:spPr>
          <a:xfrm>
            <a:off x="891302" y="1996916"/>
            <a:ext cx="8046839" cy="5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binary_search(arr, target):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low = 0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high = len(arr) - 1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low &lt;= high: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mid = (low + high) // 2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arr[mid] == target: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mid  # Target found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arr[mid] &lt; target: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low = mid + 1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high = mid - 1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  # Target not in list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624655" y="1824633"/>
            <a:ext cx="2503765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Key Points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624655" y="2314337"/>
            <a:ext cx="4312206" cy="1399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Uses 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and 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pointers</a:t>
            </a:r>
            <a:endParaRPr lang="en-US" sz="15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Calculates middle index</a:t>
            </a:r>
            <a:endParaRPr lang="en-US" sz="15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Returns index if found, -1 otherwise</a:t>
            </a:r>
            <a:endParaRPr lang="en-US" sz="15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Iterative approach is memory efficient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00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Real-World Applications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40244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Database Indexing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Finding a record among millions of entries in database systems using B-trees and indexed searches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40244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Git Bisect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743325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Debugging by automatically finding which commit broke the code through binary search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Search Engines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63640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Quickly locating relevant documents and web pages in massive datasets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Sorted Collections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6364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Efficient lookups in sorted arrays, lists, and other ordered data structures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63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Efficiency Analysis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78718"/>
            <a:ext cx="13042821" cy="2616518"/>
          </a:xfrm>
          <a:prstGeom prst="roundRect">
            <a:avLst>
              <a:gd name="adj" fmla="val 130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08633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3230047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Metric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243161" y="3230047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Complexity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373665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343" y="3880366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Best Case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3161" y="3880366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O(1)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438697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343" y="4530685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Average Case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243161" y="4530685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O(log n)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5037296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343" y="5181005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Worst Case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243161" y="5181005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O(log n)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9503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Binary Search consistently performs at O(log n) time complexity, making it highly predictable and efficient.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1981"/>
            <a:ext cx="57595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Performance Comparison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3773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Binary Search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35995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Maximum steps needed for 1 million items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283773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1M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Linear Search Steps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35995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Potential steps needed for 1 million items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283773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99.998%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Performance Gain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35995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Time saved compared to linear search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40906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490315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677376"/>
            <a:ext cx="283488" cy="22681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30906" y="5624393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Insight: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The power of logarithmic time complexity becomes evident with large datasets. Each comparison eliminates half of the remaining elements!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329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Why This Matters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1919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Resource Optimization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2500193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Efficient algorithms save CPU cycles, reduce energy consumption, and improve system performance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3815715"/>
            <a:ext cx="30868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Professional Responsibility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8943" y="4396859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Choosing the right algorithm demonstrates engineering judgment and commitment to quality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638943" y="5712381"/>
            <a:ext cx="39327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Foundation for Advanced Concepts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38943" y="6293525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Understanding binary search is crucial for learning more complex algorithms and data structures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6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40060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340060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FA95AE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5973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Efficient Searching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08777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Binary search is the backbone of modern computing, enabling fast lookups in sorted data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340060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340060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FA95AE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5973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Real-World Impact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08777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Used daily in databases, search engines, debugging tools, and countless software systems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340060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340060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FA95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5973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Algorithmic Thinking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08777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"divide and conquer" approach applies to many other problems beyond searching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6889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Mastering binary search is an essential step toward becoming a proficient problem solver and software engineer.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2026-03-19T09:12:04Z</dcterms:created>
  <dcterms:modified xsi:type="dcterms:W3CDTF">2026-03-19T09:12:04Z</dcterms:modified>
</cp:coreProperties>
</file>